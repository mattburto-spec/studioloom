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1"/>
    <p:restoredTop sz="95964"/>
  </p:normalViewPr>
  <p:slideViewPr>
    <p:cSldViewPr snapToGrid="0">
      <p:cViewPr varScale="1">
        <p:scale>
          <a:sx n="157" d="100"/>
          <a:sy n="157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187936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9276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9276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7280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1338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Co2 Dragster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78354-EC0F-9637-C273-A72D9D7BF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B480-54FC-AE16-8BD1-6759DE95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the winning team’s dragster do well at?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24E4E-3CF1-9955-C176-F723BB046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6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/>
              <a:t>What skills or knowledge did you learn during this project? </a:t>
            </a:r>
          </a:p>
        </p:txBody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228600"/>
            <a:r>
              <a:rPr lang="en" dirty="0"/>
              <a:t>Be specific and provide details. Were any skills difficult for you to learn? </a:t>
            </a:r>
          </a:p>
          <a:p>
            <a:pPr marL="457200" lvl="0" indent="-228600">
              <a:spcBef>
                <a:spcPts val="0"/>
              </a:spcBef>
            </a:pPr>
            <a:endParaRPr lang="e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/>
              <a:t>How did your final dragster compare to your original design?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 dirty="0"/>
              <a:t>Be specific and provide details.</a:t>
            </a:r>
          </a:p>
          <a:p>
            <a:pPr marL="457200" lvl="0" indent="-228600" rtl="0">
              <a:spcBef>
                <a:spcPts val="0"/>
              </a:spcBef>
            </a:pPr>
            <a:endParaRPr lang="en" dirty="0"/>
          </a:p>
          <a:p>
            <a:pPr marL="457200" lvl="0" indent="-228600" rtl="0">
              <a:spcBef>
                <a:spcPts val="0"/>
              </a:spcBef>
            </a:pPr>
            <a:endParaRPr lang="en" dirty="0"/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What changes did you have to make to your dragster? Why?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 dirty="0"/>
              <a:t>How has this experience helped you understand the engineering process?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endParaRPr lang="en" dirty="0"/>
          </a:p>
          <a:p>
            <a:pPr marL="457200" lvl="0" indent="-228600">
              <a:spcBef>
                <a:spcPts val="0"/>
              </a:spcBef>
            </a:pPr>
            <a:endParaRPr lang="e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AF483-15EB-1E6F-5786-7DC929141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What advice would you give to groups completing this project next semester?</a:t>
            </a:r>
            <a:br>
              <a:rPr lang="en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5BBFC-7B2D-B634-90E7-C0DF85E2E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80247"/>
            <a:ext cx="8520600" cy="278862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74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536DE-0802-9C48-B957-70487EDE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B30B-D52E-63A8-CE4B-23FC90B6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What did you learn about teamwork from this project and what would you do differently next time?</a:t>
            </a:r>
            <a:br>
              <a:rPr lang="en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9B921-2410-90F8-AC9C-AA7A5349F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80247"/>
            <a:ext cx="8520600" cy="278862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960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113</Words>
  <Application>Microsoft Macintosh PowerPoint</Application>
  <PresentationFormat>On-screen Show (16:9)</PresentationFormat>
  <Paragraphs>12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simple-light-2</vt:lpstr>
      <vt:lpstr>Co2 Dragster Evaluation</vt:lpstr>
      <vt:lpstr>What did the winning team’s dragster do well at?</vt:lpstr>
      <vt:lpstr>What skills or knowledge did you learn during this project? </vt:lpstr>
      <vt:lpstr>How did your final dragster compare to your original design?</vt:lpstr>
      <vt:lpstr>How has this experience helped you understand the engineering process?</vt:lpstr>
      <vt:lpstr>What advice would you give to groups completing this project next semester? </vt:lpstr>
      <vt:lpstr>What did you learn about teamwork from this project and what would you do differently next time?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Trebuchet Group Name</dc:title>
  <dc:creator>Kimberly Collins</dc:creator>
  <cp:lastModifiedBy>Matt Burton</cp:lastModifiedBy>
  <cp:revision>7</cp:revision>
  <dcterms:modified xsi:type="dcterms:W3CDTF">2025-04-15T02:18:05Z</dcterms:modified>
</cp:coreProperties>
</file>