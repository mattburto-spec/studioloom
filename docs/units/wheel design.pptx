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4" r:id="rId4"/>
    <p:sldId id="265" r:id="rId5"/>
    <p:sldId id="259" r:id="rId6"/>
    <p:sldId id="260" r:id="rId7"/>
    <p:sldId id="262" r:id="rId8"/>
    <p:sldId id="263"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p:restoredTop sz="94632"/>
  </p:normalViewPr>
  <p:slideViewPr>
    <p:cSldViewPr snapToGrid="0">
      <p:cViewPr varScale="1">
        <p:scale>
          <a:sx n="111" d="100"/>
          <a:sy n="111" d="100"/>
        </p:scale>
        <p:origin x="56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F03C3-0292-2615-B905-0BF60D82328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0748FF3-2D23-6AB4-CB2A-66BBB9454E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2E523B2-8F71-8892-DCD0-C3C0AE0F7C0B}"/>
              </a:ext>
            </a:extLst>
          </p:cNvPr>
          <p:cNvSpPr>
            <a:spLocks noGrp="1"/>
          </p:cNvSpPr>
          <p:nvPr>
            <p:ph type="dt" sz="half" idx="10"/>
          </p:nvPr>
        </p:nvSpPr>
        <p:spPr/>
        <p:txBody>
          <a:bodyPr/>
          <a:lstStyle/>
          <a:p>
            <a:fld id="{6754BDDE-DE89-E64D-95DA-E1AFA347872A}" type="datetimeFigureOut">
              <a:rPr lang="en-US" smtClean="0"/>
              <a:t>2/11/26</a:t>
            </a:fld>
            <a:endParaRPr lang="en-US"/>
          </a:p>
        </p:txBody>
      </p:sp>
      <p:sp>
        <p:nvSpPr>
          <p:cNvPr id="5" name="Footer Placeholder 4">
            <a:extLst>
              <a:ext uri="{FF2B5EF4-FFF2-40B4-BE49-F238E27FC236}">
                <a16:creationId xmlns:a16="http://schemas.microsoft.com/office/drawing/2014/main" id="{3A1B2517-B763-C028-9C82-24C684C9FD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2132F2-C122-A27B-638A-BFA0B9C4751A}"/>
              </a:ext>
            </a:extLst>
          </p:cNvPr>
          <p:cNvSpPr>
            <a:spLocks noGrp="1"/>
          </p:cNvSpPr>
          <p:nvPr>
            <p:ph type="sldNum" sz="quarter" idx="12"/>
          </p:nvPr>
        </p:nvSpPr>
        <p:spPr/>
        <p:txBody>
          <a:bodyPr/>
          <a:lstStyle/>
          <a:p>
            <a:fld id="{568A23F0-9220-004F-A16A-5313014BBCF5}" type="slidenum">
              <a:rPr lang="en-US" smtClean="0"/>
              <a:t>‹#›</a:t>
            </a:fld>
            <a:endParaRPr lang="en-US"/>
          </a:p>
        </p:txBody>
      </p:sp>
    </p:spTree>
    <p:extLst>
      <p:ext uri="{BB962C8B-B14F-4D97-AF65-F5344CB8AC3E}">
        <p14:creationId xmlns:p14="http://schemas.microsoft.com/office/powerpoint/2010/main" val="3900172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B82F8-91B4-591B-7CDF-73E619AFF56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9399292-93A9-836D-78E1-77CE324D676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41E871-0DBB-2122-FE8A-ABFB06F763B6}"/>
              </a:ext>
            </a:extLst>
          </p:cNvPr>
          <p:cNvSpPr>
            <a:spLocks noGrp="1"/>
          </p:cNvSpPr>
          <p:nvPr>
            <p:ph type="dt" sz="half" idx="10"/>
          </p:nvPr>
        </p:nvSpPr>
        <p:spPr/>
        <p:txBody>
          <a:bodyPr/>
          <a:lstStyle/>
          <a:p>
            <a:fld id="{6754BDDE-DE89-E64D-95DA-E1AFA347872A}" type="datetimeFigureOut">
              <a:rPr lang="en-US" smtClean="0"/>
              <a:t>2/11/26</a:t>
            </a:fld>
            <a:endParaRPr lang="en-US"/>
          </a:p>
        </p:txBody>
      </p:sp>
      <p:sp>
        <p:nvSpPr>
          <p:cNvPr id="5" name="Footer Placeholder 4">
            <a:extLst>
              <a:ext uri="{FF2B5EF4-FFF2-40B4-BE49-F238E27FC236}">
                <a16:creationId xmlns:a16="http://schemas.microsoft.com/office/drawing/2014/main" id="{439449E4-3B38-323A-8DB7-58BA43A347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551E0-11F4-018F-2FCB-A3A64A72D863}"/>
              </a:ext>
            </a:extLst>
          </p:cNvPr>
          <p:cNvSpPr>
            <a:spLocks noGrp="1"/>
          </p:cNvSpPr>
          <p:nvPr>
            <p:ph type="sldNum" sz="quarter" idx="12"/>
          </p:nvPr>
        </p:nvSpPr>
        <p:spPr/>
        <p:txBody>
          <a:bodyPr/>
          <a:lstStyle/>
          <a:p>
            <a:fld id="{568A23F0-9220-004F-A16A-5313014BBCF5}" type="slidenum">
              <a:rPr lang="en-US" smtClean="0"/>
              <a:t>‹#›</a:t>
            </a:fld>
            <a:endParaRPr lang="en-US"/>
          </a:p>
        </p:txBody>
      </p:sp>
    </p:spTree>
    <p:extLst>
      <p:ext uri="{BB962C8B-B14F-4D97-AF65-F5344CB8AC3E}">
        <p14:creationId xmlns:p14="http://schemas.microsoft.com/office/powerpoint/2010/main" val="293994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7EDE3-437F-EC3B-58B5-3E43CFD3F72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D2B9224-A0FE-F2E3-4BD6-3EC5947012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170B423-E7F5-CA68-C34C-8A60629D824E}"/>
              </a:ext>
            </a:extLst>
          </p:cNvPr>
          <p:cNvSpPr>
            <a:spLocks noGrp="1"/>
          </p:cNvSpPr>
          <p:nvPr>
            <p:ph type="dt" sz="half" idx="10"/>
          </p:nvPr>
        </p:nvSpPr>
        <p:spPr/>
        <p:txBody>
          <a:bodyPr/>
          <a:lstStyle/>
          <a:p>
            <a:fld id="{6754BDDE-DE89-E64D-95DA-E1AFA347872A}" type="datetimeFigureOut">
              <a:rPr lang="en-US" smtClean="0"/>
              <a:t>2/11/26</a:t>
            </a:fld>
            <a:endParaRPr lang="en-US"/>
          </a:p>
        </p:txBody>
      </p:sp>
      <p:sp>
        <p:nvSpPr>
          <p:cNvPr id="5" name="Footer Placeholder 4">
            <a:extLst>
              <a:ext uri="{FF2B5EF4-FFF2-40B4-BE49-F238E27FC236}">
                <a16:creationId xmlns:a16="http://schemas.microsoft.com/office/drawing/2014/main" id="{53B5A9E4-AAA3-5F82-5F25-3989A94373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A4A742-6110-C48F-4294-198F4EBDB531}"/>
              </a:ext>
            </a:extLst>
          </p:cNvPr>
          <p:cNvSpPr>
            <a:spLocks noGrp="1"/>
          </p:cNvSpPr>
          <p:nvPr>
            <p:ph type="sldNum" sz="quarter" idx="12"/>
          </p:nvPr>
        </p:nvSpPr>
        <p:spPr/>
        <p:txBody>
          <a:bodyPr/>
          <a:lstStyle/>
          <a:p>
            <a:fld id="{568A23F0-9220-004F-A16A-5313014BBCF5}" type="slidenum">
              <a:rPr lang="en-US" smtClean="0"/>
              <a:t>‹#›</a:t>
            </a:fld>
            <a:endParaRPr lang="en-US"/>
          </a:p>
        </p:txBody>
      </p:sp>
    </p:spTree>
    <p:extLst>
      <p:ext uri="{BB962C8B-B14F-4D97-AF65-F5344CB8AC3E}">
        <p14:creationId xmlns:p14="http://schemas.microsoft.com/office/powerpoint/2010/main" val="1394395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0E1AC-C30A-60B2-FB9C-45148B2C848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6AD1B76-9AE9-603C-F3D6-C1F368C4543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28F6E0A-8B99-29AB-56A7-ABF036CC5A9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849C10F-AA2A-34C5-F2E6-E46877515C30}"/>
              </a:ext>
            </a:extLst>
          </p:cNvPr>
          <p:cNvSpPr>
            <a:spLocks noGrp="1"/>
          </p:cNvSpPr>
          <p:nvPr>
            <p:ph type="dt" sz="half" idx="10"/>
          </p:nvPr>
        </p:nvSpPr>
        <p:spPr/>
        <p:txBody>
          <a:bodyPr/>
          <a:lstStyle/>
          <a:p>
            <a:fld id="{6754BDDE-DE89-E64D-95DA-E1AFA347872A}" type="datetimeFigureOut">
              <a:rPr lang="en-US" smtClean="0"/>
              <a:t>2/11/26</a:t>
            </a:fld>
            <a:endParaRPr lang="en-US"/>
          </a:p>
        </p:txBody>
      </p:sp>
      <p:sp>
        <p:nvSpPr>
          <p:cNvPr id="6" name="Footer Placeholder 5">
            <a:extLst>
              <a:ext uri="{FF2B5EF4-FFF2-40B4-BE49-F238E27FC236}">
                <a16:creationId xmlns:a16="http://schemas.microsoft.com/office/drawing/2014/main" id="{45336DBC-BB38-2B6B-C918-889C57D79F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CBACF1-DBE3-9B5C-2DE4-623E9B666A4C}"/>
              </a:ext>
            </a:extLst>
          </p:cNvPr>
          <p:cNvSpPr>
            <a:spLocks noGrp="1"/>
          </p:cNvSpPr>
          <p:nvPr>
            <p:ph type="sldNum" sz="quarter" idx="12"/>
          </p:nvPr>
        </p:nvSpPr>
        <p:spPr/>
        <p:txBody>
          <a:bodyPr/>
          <a:lstStyle/>
          <a:p>
            <a:fld id="{568A23F0-9220-004F-A16A-5313014BBCF5}" type="slidenum">
              <a:rPr lang="en-US" smtClean="0"/>
              <a:t>‹#›</a:t>
            </a:fld>
            <a:endParaRPr lang="en-US"/>
          </a:p>
        </p:txBody>
      </p:sp>
    </p:spTree>
    <p:extLst>
      <p:ext uri="{BB962C8B-B14F-4D97-AF65-F5344CB8AC3E}">
        <p14:creationId xmlns:p14="http://schemas.microsoft.com/office/powerpoint/2010/main" val="729617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42607-537F-58B6-DBCD-0A2D8E24F5F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E4FD776-CDA1-1736-50A0-013968DBCF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D484702-8683-F888-0B39-7B1FC368AD9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6DF48E6-CC8F-4B84-0788-98CC2D86ED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78BAE47-90BD-3C8C-9F29-B76641794B4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6AC9C54-82C7-66AC-CB6D-7670EDC80198}"/>
              </a:ext>
            </a:extLst>
          </p:cNvPr>
          <p:cNvSpPr>
            <a:spLocks noGrp="1"/>
          </p:cNvSpPr>
          <p:nvPr>
            <p:ph type="dt" sz="half" idx="10"/>
          </p:nvPr>
        </p:nvSpPr>
        <p:spPr/>
        <p:txBody>
          <a:bodyPr/>
          <a:lstStyle/>
          <a:p>
            <a:fld id="{6754BDDE-DE89-E64D-95DA-E1AFA347872A}" type="datetimeFigureOut">
              <a:rPr lang="en-US" smtClean="0"/>
              <a:t>2/11/26</a:t>
            </a:fld>
            <a:endParaRPr lang="en-US"/>
          </a:p>
        </p:txBody>
      </p:sp>
      <p:sp>
        <p:nvSpPr>
          <p:cNvPr id="8" name="Footer Placeholder 7">
            <a:extLst>
              <a:ext uri="{FF2B5EF4-FFF2-40B4-BE49-F238E27FC236}">
                <a16:creationId xmlns:a16="http://schemas.microsoft.com/office/drawing/2014/main" id="{95F34C86-1EC5-7114-BE53-61BA347605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4C058E-1862-B4AA-7A24-252A2C7EBA46}"/>
              </a:ext>
            </a:extLst>
          </p:cNvPr>
          <p:cNvSpPr>
            <a:spLocks noGrp="1"/>
          </p:cNvSpPr>
          <p:nvPr>
            <p:ph type="sldNum" sz="quarter" idx="12"/>
          </p:nvPr>
        </p:nvSpPr>
        <p:spPr/>
        <p:txBody>
          <a:bodyPr/>
          <a:lstStyle/>
          <a:p>
            <a:fld id="{568A23F0-9220-004F-A16A-5313014BBCF5}" type="slidenum">
              <a:rPr lang="en-US" smtClean="0"/>
              <a:t>‹#›</a:t>
            </a:fld>
            <a:endParaRPr lang="en-US"/>
          </a:p>
        </p:txBody>
      </p:sp>
    </p:spTree>
    <p:extLst>
      <p:ext uri="{BB962C8B-B14F-4D97-AF65-F5344CB8AC3E}">
        <p14:creationId xmlns:p14="http://schemas.microsoft.com/office/powerpoint/2010/main" val="1470391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D1BFD-6698-880E-6A9D-66E23A6468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25DBCC4-1C46-5F11-73F8-CC69621A74C8}"/>
              </a:ext>
            </a:extLst>
          </p:cNvPr>
          <p:cNvSpPr>
            <a:spLocks noGrp="1"/>
          </p:cNvSpPr>
          <p:nvPr>
            <p:ph type="dt" sz="half" idx="10"/>
          </p:nvPr>
        </p:nvSpPr>
        <p:spPr/>
        <p:txBody>
          <a:bodyPr/>
          <a:lstStyle/>
          <a:p>
            <a:fld id="{6754BDDE-DE89-E64D-95DA-E1AFA347872A}" type="datetimeFigureOut">
              <a:rPr lang="en-US" smtClean="0"/>
              <a:t>2/11/26</a:t>
            </a:fld>
            <a:endParaRPr lang="en-US"/>
          </a:p>
        </p:txBody>
      </p:sp>
      <p:sp>
        <p:nvSpPr>
          <p:cNvPr id="4" name="Footer Placeholder 3">
            <a:extLst>
              <a:ext uri="{FF2B5EF4-FFF2-40B4-BE49-F238E27FC236}">
                <a16:creationId xmlns:a16="http://schemas.microsoft.com/office/drawing/2014/main" id="{39AB891A-A2E8-0E34-45B6-B595D00B13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0AA916-E2D0-F82A-6C60-8AE6600AD067}"/>
              </a:ext>
            </a:extLst>
          </p:cNvPr>
          <p:cNvSpPr>
            <a:spLocks noGrp="1"/>
          </p:cNvSpPr>
          <p:nvPr>
            <p:ph type="sldNum" sz="quarter" idx="12"/>
          </p:nvPr>
        </p:nvSpPr>
        <p:spPr/>
        <p:txBody>
          <a:bodyPr/>
          <a:lstStyle/>
          <a:p>
            <a:fld id="{568A23F0-9220-004F-A16A-5313014BBCF5}" type="slidenum">
              <a:rPr lang="en-US" smtClean="0"/>
              <a:t>‹#›</a:t>
            </a:fld>
            <a:endParaRPr lang="en-US"/>
          </a:p>
        </p:txBody>
      </p:sp>
    </p:spTree>
    <p:extLst>
      <p:ext uri="{BB962C8B-B14F-4D97-AF65-F5344CB8AC3E}">
        <p14:creationId xmlns:p14="http://schemas.microsoft.com/office/powerpoint/2010/main" val="1025259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8869CB-7725-31DA-435A-0905FAAABEAB}"/>
              </a:ext>
            </a:extLst>
          </p:cNvPr>
          <p:cNvSpPr>
            <a:spLocks noGrp="1"/>
          </p:cNvSpPr>
          <p:nvPr>
            <p:ph type="dt" sz="half" idx="10"/>
          </p:nvPr>
        </p:nvSpPr>
        <p:spPr/>
        <p:txBody>
          <a:bodyPr/>
          <a:lstStyle/>
          <a:p>
            <a:fld id="{6754BDDE-DE89-E64D-95DA-E1AFA347872A}" type="datetimeFigureOut">
              <a:rPr lang="en-US" smtClean="0"/>
              <a:t>2/11/26</a:t>
            </a:fld>
            <a:endParaRPr lang="en-US"/>
          </a:p>
        </p:txBody>
      </p:sp>
      <p:sp>
        <p:nvSpPr>
          <p:cNvPr id="3" name="Footer Placeholder 2">
            <a:extLst>
              <a:ext uri="{FF2B5EF4-FFF2-40B4-BE49-F238E27FC236}">
                <a16:creationId xmlns:a16="http://schemas.microsoft.com/office/drawing/2014/main" id="{49438DBD-9BAA-7325-C061-9970390AED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0AC08C-14C7-9FFF-AFBC-F085E57B12A9}"/>
              </a:ext>
            </a:extLst>
          </p:cNvPr>
          <p:cNvSpPr>
            <a:spLocks noGrp="1"/>
          </p:cNvSpPr>
          <p:nvPr>
            <p:ph type="sldNum" sz="quarter" idx="12"/>
          </p:nvPr>
        </p:nvSpPr>
        <p:spPr/>
        <p:txBody>
          <a:bodyPr/>
          <a:lstStyle/>
          <a:p>
            <a:fld id="{568A23F0-9220-004F-A16A-5313014BBCF5}" type="slidenum">
              <a:rPr lang="en-US" smtClean="0"/>
              <a:t>‹#›</a:t>
            </a:fld>
            <a:endParaRPr lang="en-US"/>
          </a:p>
        </p:txBody>
      </p:sp>
    </p:spTree>
    <p:extLst>
      <p:ext uri="{BB962C8B-B14F-4D97-AF65-F5344CB8AC3E}">
        <p14:creationId xmlns:p14="http://schemas.microsoft.com/office/powerpoint/2010/main" val="1551652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232BD-2A80-D126-9B2D-8E7931C4F08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5619E9F-B3CC-729D-8860-293F4EADC8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AF7B738-9D80-DD75-7A7C-5F636BED4F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CE139B8-8852-0EDA-8604-ACAF1AE09EE6}"/>
              </a:ext>
            </a:extLst>
          </p:cNvPr>
          <p:cNvSpPr>
            <a:spLocks noGrp="1"/>
          </p:cNvSpPr>
          <p:nvPr>
            <p:ph type="dt" sz="half" idx="10"/>
          </p:nvPr>
        </p:nvSpPr>
        <p:spPr/>
        <p:txBody>
          <a:bodyPr/>
          <a:lstStyle/>
          <a:p>
            <a:fld id="{6754BDDE-DE89-E64D-95DA-E1AFA347872A}" type="datetimeFigureOut">
              <a:rPr lang="en-US" smtClean="0"/>
              <a:t>2/11/26</a:t>
            </a:fld>
            <a:endParaRPr lang="en-US"/>
          </a:p>
        </p:txBody>
      </p:sp>
      <p:sp>
        <p:nvSpPr>
          <p:cNvPr id="6" name="Footer Placeholder 5">
            <a:extLst>
              <a:ext uri="{FF2B5EF4-FFF2-40B4-BE49-F238E27FC236}">
                <a16:creationId xmlns:a16="http://schemas.microsoft.com/office/drawing/2014/main" id="{5DC03A6C-9B85-5139-4969-D7B0F667E4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223B28-C034-3B8E-FC0C-FAF454187DC4}"/>
              </a:ext>
            </a:extLst>
          </p:cNvPr>
          <p:cNvSpPr>
            <a:spLocks noGrp="1"/>
          </p:cNvSpPr>
          <p:nvPr>
            <p:ph type="sldNum" sz="quarter" idx="12"/>
          </p:nvPr>
        </p:nvSpPr>
        <p:spPr/>
        <p:txBody>
          <a:bodyPr/>
          <a:lstStyle/>
          <a:p>
            <a:fld id="{568A23F0-9220-004F-A16A-5313014BBCF5}" type="slidenum">
              <a:rPr lang="en-US" smtClean="0"/>
              <a:t>‹#›</a:t>
            </a:fld>
            <a:endParaRPr lang="en-US"/>
          </a:p>
        </p:txBody>
      </p:sp>
    </p:spTree>
    <p:extLst>
      <p:ext uri="{BB962C8B-B14F-4D97-AF65-F5344CB8AC3E}">
        <p14:creationId xmlns:p14="http://schemas.microsoft.com/office/powerpoint/2010/main" val="3110191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F9D58-1B63-BD1E-1EF3-35E53C48FEA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F4E3401-61EE-365F-F44A-085AF1CFD9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AB8F04-008D-0B6F-A234-F49562EDB4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08FEE85-3808-F58D-971E-15BC2C6BC240}"/>
              </a:ext>
            </a:extLst>
          </p:cNvPr>
          <p:cNvSpPr>
            <a:spLocks noGrp="1"/>
          </p:cNvSpPr>
          <p:nvPr>
            <p:ph type="dt" sz="half" idx="10"/>
          </p:nvPr>
        </p:nvSpPr>
        <p:spPr/>
        <p:txBody>
          <a:bodyPr/>
          <a:lstStyle/>
          <a:p>
            <a:fld id="{6754BDDE-DE89-E64D-95DA-E1AFA347872A}" type="datetimeFigureOut">
              <a:rPr lang="en-US" smtClean="0"/>
              <a:t>2/11/26</a:t>
            </a:fld>
            <a:endParaRPr lang="en-US"/>
          </a:p>
        </p:txBody>
      </p:sp>
      <p:sp>
        <p:nvSpPr>
          <p:cNvPr id="6" name="Footer Placeholder 5">
            <a:extLst>
              <a:ext uri="{FF2B5EF4-FFF2-40B4-BE49-F238E27FC236}">
                <a16:creationId xmlns:a16="http://schemas.microsoft.com/office/drawing/2014/main" id="{70F83D74-1AA2-4EE5-D166-55ECC3C304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26FE3A-417B-FB7E-32D2-47D9E1D78F75}"/>
              </a:ext>
            </a:extLst>
          </p:cNvPr>
          <p:cNvSpPr>
            <a:spLocks noGrp="1"/>
          </p:cNvSpPr>
          <p:nvPr>
            <p:ph type="sldNum" sz="quarter" idx="12"/>
          </p:nvPr>
        </p:nvSpPr>
        <p:spPr/>
        <p:txBody>
          <a:bodyPr/>
          <a:lstStyle/>
          <a:p>
            <a:fld id="{568A23F0-9220-004F-A16A-5313014BBCF5}" type="slidenum">
              <a:rPr lang="en-US" smtClean="0"/>
              <a:t>‹#›</a:t>
            </a:fld>
            <a:endParaRPr lang="en-US"/>
          </a:p>
        </p:txBody>
      </p:sp>
    </p:spTree>
    <p:extLst>
      <p:ext uri="{BB962C8B-B14F-4D97-AF65-F5344CB8AC3E}">
        <p14:creationId xmlns:p14="http://schemas.microsoft.com/office/powerpoint/2010/main" val="764351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F3476-848B-8BA6-3781-1848576FE25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E9E9555-9D4E-8A2B-5C78-23DE3B478C5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6F844F1-308A-0605-718C-01CB70485EC1}"/>
              </a:ext>
            </a:extLst>
          </p:cNvPr>
          <p:cNvSpPr>
            <a:spLocks noGrp="1"/>
          </p:cNvSpPr>
          <p:nvPr>
            <p:ph type="dt" sz="half" idx="10"/>
          </p:nvPr>
        </p:nvSpPr>
        <p:spPr/>
        <p:txBody>
          <a:bodyPr/>
          <a:lstStyle/>
          <a:p>
            <a:fld id="{6754BDDE-DE89-E64D-95DA-E1AFA347872A}" type="datetimeFigureOut">
              <a:rPr lang="en-US" smtClean="0"/>
              <a:t>2/11/26</a:t>
            </a:fld>
            <a:endParaRPr lang="en-US"/>
          </a:p>
        </p:txBody>
      </p:sp>
      <p:sp>
        <p:nvSpPr>
          <p:cNvPr id="5" name="Footer Placeholder 4">
            <a:extLst>
              <a:ext uri="{FF2B5EF4-FFF2-40B4-BE49-F238E27FC236}">
                <a16:creationId xmlns:a16="http://schemas.microsoft.com/office/drawing/2014/main" id="{EE3F2D50-DA41-8A5D-6873-7278AEF42C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D5D3C2-2A4D-71A9-DF9A-30FC86374443}"/>
              </a:ext>
            </a:extLst>
          </p:cNvPr>
          <p:cNvSpPr>
            <a:spLocks noGrp="1"/>
          </p:cNvSpPr>
          <p:nvPr>
            <p:ph type="sldNum" sz="quarter" idx="12"/>
          </p:nvPr>
        </p:nvSpPr>
        <p:spPr/>
        <p:txBody>
          <a:bodyPr/>
          <a:lstStyle/>
          <a:p>
            <a:fld id="{568A23F0-9220-004F-A16A-5313014BBCF5}" type="slidenum">
              <a:rPr lang="en-US" smtClean="0"/>
              <a:t>‹#›</a:t>
            </a:fld>
            <a:endParaRPr lang="en-US"/>
          </a:p>
        </p:txBody>
      </p:sp>
    </p:spTree>
    <p:extLst>
      <p:ext uri="{BB962C8B-B14F-4D97-AF65-F5344CB8AC3E}">
        <p14:creationId xmlns:p14="http://schemas.microsoft.com/office/powerpoint/2010/main" val="983416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BECAD0-3B57-7EE1-B0AE-24EB389A751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49E6009-0D94-3252-ED70-A1F9F75F147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5CB3A76-518D-476B-4BD3-4FA8BC5F9988}"/>
              </a:ext>
            </a:extLst>
          </p:cNvPr>
          <p:cNvSpPr>
            <a:spLocks noGrp="1"/>
          </p:cNvSpPr>
          <p:nvPr>
            <p:ph type="dt" sz="half" idx="10"/>
          </p:nvPr>
        </p:nvSpPr>
        <p:spPr/>
        <p:txBody>
          <a:bodyPr/>
          <a:lstStyle/>
          <a:p>
            <a:fld id="{6754BDDE-DE89-E64D-95DA-E1AFA347872A}" type="datetimeFigureOut">
              <a:rPr lang="en-US" smtClean="0"/>
              <a:t>2/11/26</a:t>
            </a:fld>
            <a:endParaRPr lang="en-US"/>
          </a:p>
        </p:txBody>
      </p:sp>
      <p:sp>
        <p:nvSpPr>
          <p:cNvPr id="5" name="Footer Placeholder 4">
            <a:extLst>
              <a:ext uri="{FF2B5EF4-FFF2-40B4-BE49-F238E27FC236}">
                <a16:creationId xmlns:a16="http://schemas.microsoft.com/office/drawing/2014/main" id="{18FC7F78-FC80-A014-6408-6E43A3EA9C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51DC2D-9F72-2A0F-8E21-51CE76E21C03}"/>
              </a:ext>
            </a:extLst>
          </p:cNvPr>
          <p:cNvSpPr>
            <a:spLocks noGrp="1"/>
          </p:cNvSpPr>
          <p:nvPr>
            <p:ph type="sldNum" sz="quarter" idx="12"/>
          </p:nvPr>
        </p:nvSpPr>
        <p:spPr/>
        <p:txBody>
          <a:bodyPr/>
          <a:lstStyle/>
          <a:p>
            <a:fld id="{568A23F0-9220-004F-A16A-5313014BBCF5}" type="slidenum">
              <a:rPr lang="en-US" smtClean="0"/>
              <a:t>‹#›</a:t>
            </a:fld>
            <a:endParaRPr lang="en-US"/>
          </a:p>
        </p:txBody>
      </p:sp>
    </p:spTree>
    <p:extLst>
      <p:ext uri="{BB962C8B-B14F-4D97-AF65-F5344CB8AC3E}">
        <p14:creationId xmlns:p14="http://schemas.microsoft.com/office/powerpoint/2010/main" val="2740467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C541E0-4631-83ED-8424-CA67488D34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4636AD4-CB1A-7907-C457-F51AF727F3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E952A42-3167-4725-E6D8-B873EF8D50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54BDDE-DE89-E64D-95DA-E1AFA347872A}" type="datetimeFigureOut">
              <a:rPr lang="en-US" smtClean="0"/>
              <a:t>2/11/26</a:t>
            </a:fld>
            <a:endParaRPr lang="en-US"/>
          </a:p>
        </p:txBody>
      </p:sp>
      <p:sp>
        <p:nvSpPr>
          <p:cNvPr id="5" name="Footer Placeholder 4">
            <a:extLst>
              <a:ext uri="{FF2B5EF4-FFF2-40B4-BE49-F238E27FC236}">
                <a16:creationId xmlns:a16="http://schemas.microsoft.com/office/drawing/2014/main" id="{C88128DB-A612-9E14-74DB-72632B14C4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E35E870-EAA6-2161-4030-FEAFFD0316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8A23F0-9220-004F-A16A-5313014BBCF5}" type="slidenum">
              <a:rPr lang="en-US" smtClean="0"/>
              <a:t>‹#›</a:t>
            </a:fld>
            <a:endParaRPr lang="en-US"/>
          </a:p>
        </p:txBody>
      </p:sp>
    </p:spTree>
    <p:extLst>
      <p:ext uri="{BB962C8B-B14F-4D97-AF65-F5344CB8AC3E}">
        <p14:creationId xmlns:p14="http://schemas.microsoft.com/office/powerpoint/2010/main" val="42349360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nanjingschool-my.sharepoint.com/:v:/g/personal/mattburton_nanjing-school_com/ER3PKMAaHS5Ck32aS0FGqm8B14tibXxCB5LazEap5cgJXA?nav=eyJyZWZlcnJhbEluZm8iOnsicmVmZXJyYWxBcHAiOiJPbmVEcml2ZUZvckJ1c2luZXNzIiwicmVmZXJyYWxBcHBQbGF0Zm9ybSI6IldlYiIsInJlZmVycmFsTW9kZSI6InZpZXciLCJyZWZlcnJhbFZpZXciOiJNeUZpbGVzTGlua0NvcHkifX0&amp;e=e589HY" TargetMode="External"/><Relationship Id="rId2" Type="http://schemas.openxmlformats.org/officeDocument/2006/relationships/hyperlink" Target="https://nanjingschool-my.sharepoint.com/:v:/g/personal/mattburton_nanjing-school_com/EWRGW3WtQBVHhT7xoDpdyIcBky-7VRSeyoCBLU0_gtsKdQ?e=Ieaugg&amp;nav=eyJyZWZlcnJhbEluZm8iOnsicmVmZXJyYWxBcHAiOiJTdHJlYW1XZWJBcHAiLCJyZWZlcnJhbFZpZXciOiJTaGFyZURpYWxvZy1MaW5rIiwicmVmZXJyYWxBcHBQbGF0Zm9ybSI6IldlYiIsInJlZmVycmFsTW9kZSI6InZpZXcifX0%3D"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999AF2-0EFA-C86D-0311-1D7C47866F3A}"/>
              </a:ext>
            </a:extLst>
          </p:cNvPr>
          <p:cNvSpPr>
            <a:spLocks noGrp="1"/>
          </p:cNvSpPr>
          <p:nvPr>
            <p:ph type="ctrTitle"/>
          </p:nvPr>
        </p:nvSpPr>
        <p:spPr>
          <a:xfrm>
            <a:off x="699714" y="5490971"/>
            <a:ext cx="6962072" cy="1159200"/>
          </a:xfrm>
        </p:spPr>
        <p:txBody>
          <a:bodyPr anchor="ctr">
            <a:normAutofit/>
          </a:bodyPr>
          <a:lstStyle/>
          <a:p>
            <a:pPr algn="l"/>
            <a:r>
              <a:rPr lang="en-US" sz="4000">
                <a:solidFill>
                  <a:srgbClr val="FFFFFF"/>
                </a:solidFill>
              </a:rPr>
              <a:t>Wheel Design</a:t>
            </a:r>
          </a:p>
        </p:txBody>
      </p:sp>
      <p:pic>
        <p:nvPicPr>
          <p:cNvPr id="5" name="Picture 4" descr="A drawing of a wheel&#10;&#10;AI-generated content may be incorrect.">
            <a:extLst>
              <a:ext uri="{FF2B5EF4-FFF2-40B4-BE49-F238E27FC236}">
                <a16:creationId xmlns:a16="http://schemas.microsoft.com/office/drawing/2014/main" id="{B385C2D4-2438-667D-E4B7-4CE03EAB9207}"/>
              </a:ext>
            </a:extLst>
          </p:cNvPr>
          <p:cNvPicPr>
            <a:picLocks noChangeAspect="1"/>
          </p:cNvPicPr>
          <p:nvPr/>
        </p:nvPicPr>
        <p:blipFill>
          <a:blip r:embed="rId2"/>
          <a:stretch>
            <a:fillRect/>
          </a:stretch>
        </p:blipFill>
        <p:spPr>
          <a:xfrm>
            <a:off x="1035966" y="390832"/>
            <a:ext cx="10212686" cy="4519114"/>
          </a:xfrm>
          <a:prstGeom prst="rect">
            <a:avLst/>
          </a:prstGeom>
        </p:spPr>
      </p:pic>
    </p:spTree>
    <p:extLst>
      <p:ext uri="{BB962C8B-B14F-4D97-AF65-F5344CB8AC3E}">
        <p14:creationId xmlns:p14="http://schemas.microsoft.com/office/powerpoint/2010/main" val="3757294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E8080-1A8E-1152-C1FE-DDE167B4AAD4}"/>
              </a:ext>
            </a:extLst>
          </p:cNvPr>
          <p:cNvSpPr>
            <a:spLocks noGrp="1"/>
          </p:cNvSpPr>
          <p:nvPr>
            <p:ph type="title"/>
          </p:nvPr>
        </p:nvSpPr>
        <p:spPr/>
        <p:txBody>
          <a:bodyPr/>
          <a:lstStyle/>
          <a:p>
            <a:r>
              <a:rPr lang="en-AU" b="1" dirty="0"/>
              <a:t>1. Mass (Weight) and Newton’s Laws</a:t>
            </a:r>
          </a:p>
        </p:txBody>
      </p:sp>
      <p:sp>
        <p:nvSpPr>
          <p:cNvPr id="3" name="Content Placeholder 2">
            <a:extLst>
              <a:ext uri="{FF2B5EF4-FFF2-40B4-BE49-F238E27FC236}">
                <a16:creationId xmlns:a16="http://schemas.microsoft.com/office/drawing/2014/main" id="{71488716-5B1D-9114-22CE-EB15AEA9CB87}"/>
              </a:ext>
            </a:extLst>
          </p:cNvPr>
          <p:cNvSpPr>
            <a:spLocks noGrp="1"/>
          </p:cNvSpPr>
          <p:nvPr>
            <p:ph idx="1"/>
          </p:nvPr>
        </p:nvSpPr>
        <p:spPr>
          <a:xfrm>
            <a:off x="578734" y="1539433"/>
            <a:ext cx="10775066" cy="4637530"/>
          </a:xfrm>
        </p:spPr>
        <p:txBody>
          <a:bodyPr>
            <a:normAutofit fontScale="85000" lnSpcReduction="20000"/>
          </a:bodyPr>
          <a:lstStyle/>
          <a:p>
            <a:r>
              <a:rPr lang="en-AU" i="1" dirty="0"/>
              <a:t>The Science:</a:t>
            </a:r>
            <a:r>
              <a:rPr lang="en-AU" dirty="0"/>
              <a:t> Look at </a:t>
            </a:r>
            <a:r>
              <a:rPr lang="en-AU" b="1" dirty="0"/>
              <a:t>Newton’s Second Law</a:t>
            </a:r>
            <a:r>
              <a:rPr lang="en-AU" dirty="0"/>
              <a:t>: Force = Mass \times Acceleration (F=ma).</a:t>
            </a:r>
            <a:br>
              <a:rPr lang="en-AU" dirty="0"/>
            </a:br>
            <a:r>
              <a:rPr lang="en-AU" dirty="0"/>
              <a:t>This can be rewritten as: </a:t>
            </a:r>
            <a:r>
              <a:rPr lang="en-AU" b="1" dirty="0"/>
              <a:t>Acceleration = Force / Mass</a:t>
            </a:r>
            <a:r>
              <a:rPr lang="en-AU" dirty="0"/>
              <a:t>.</a:t>
            </a:r>
          </a:p>
          <a:p>
            <a:r>
              <a:rPr lang="en-AU" b="1" dirty="0"/>
              <a:t>The Constant:</a:t>
            </a:r>
            <a:r>
              <a:rPr lang="en-AU" dirty="0"/>
              <a:t> Your CO2 cartridge provides a fixed amount of </a:t>
            </a:r>
            <a:r>
              <a:rPr lang="en-AU" b="1" dirty="0"/>
              <a:t>Force</a:t>
            </a:r>
            <a:r>
              <a:rPr lang="en-AU" dirty="0"/>
              <a:t>.</a:t>
            </a:r>
          </a:p>
          <a:p>
            <a:r>
              <a:rPr lang="en-AU" b="1" dirty="0"/>
              <a:t>Research Task:</a:t>
            </a:r>
            <a:r>
              <a:rPr lang="en-AU" dirty="0"/>
              <a:t> Find an image of a heavy "Steel Rim" and a light "Carbon Fiber Rim." Paste them below.</a:t>
            </a:r>
          </a:p>
          <a:p>
            <a:r>
              <a:rPr lang="en-AU" b="1" dirty="0"/>
              <a:t>The Logic Test (Circle the correct answers):</a:t>
            </a:r>
            <a:r>
              <a:rPr lang="en-AU" dirty="0"/>
              <a:t> </a:t>
            </a:r>
          </a:p>
          <a:p>
            <a:pPr lvl="1"/>
            <a:r>
              <a:rPr lang="en-AU" dirty="0"/>
              <a:t>If the </a:t>
            </a:r>
            <a:r>
              <a:rPr lang="en-AU" b="1" dirty="0"/>
              <a:t>Mass</a:t>
            </a:r>
            <a:r>
              <a:rPr lang="en-AU" dirty="0"/>
              <a:t> of the wheel increases, the </a:t>
            </a:r>
            <a:r>
              <a:rPr lang="en-AU" b="1" dirty="0"/>
              <a:t>Acceleration</a:t>
            </a:r>
            <a:r>
              <a:rPr lang="en-AU" dirty="0"/>
              <a:t> will ( Increase / Decrease ).</a:t>
            </a:r>
          </a:p>
          <a:p>
            <a:pPr lvl="1"/>
            <a:r>
              <a:rPr lang="en-AU" dirty="0"/>
              <a:t>Which of Newton's Laws explains why a heavy car is harder to push than a light car? </a:t>
            </a:r>
          </a:p>
          <a:p>
            <a:pPr lvl="2"/>
            <a:r>
              <a:rPr lang="en-AU" dirty="0"/>
              <a:t>A) Newton's 1st Law </a:t>
            </a:r>
          </a:p>
          <a:p>
            <a:pPr lvl="2"/>
            <a:r>
              <a:rPr lang="en-AU" dirty="0"/>
              <a:t>B) Newton's 2nd Law </a:t>
            </a:r>
          </a:p>
          <a:p>
            <a:pPr lvl="2"/>
            <a:r>
              <a:rPr lang="en-AU" dirty="0"/>
              <a:t>C) Newton's 3rd Law </a:t>
            </a:r>
          </a:p>
          <a:p>
            <a:pPr lvl="2"/>
            <a:endParaRPr lang="en-AU" b="1" dirty="0"/>
          </a:p>
          <a:p>
            <a:r>
              <a:rPr lang="en-AU" b="1" dirty="0"/>
              <a:t>Design Decision:</a:t>
            </a:r>
            <a:r>
              <a:rPr lang="en-AU" dirty="0"/>
              <a:t> </a:t>
            </a:r>
            <a:r>
              <a:rPr lang="en-AU" i="1" dirty="0"/>
              <a:t>For my dragster, I need wheels with ( High / Low ) mass to maximize acceleration.</a:t>
            </a:r>
            <a:endParaRPr lang="en-AU" dirty="0"/>
          </a:p>
          <a:p>
            <a:pPr marL="0" indent="0" fontAlgn="ctr">
              <a:buNone/>
            </a:pPr>
            <a:endParaRPr lang="en-GB" dirty="0"/>
          </a:p>
          <a:p>
            <a:pPr marL="0" indent="0">
              <a:buNone/>
            </a:pPr>
            <a:endParaRPr lang="en-US" dirty="0"/>
          </a:p>
        </p:txBody>
      </p:sp>
    </p:spTree>
    <p:extLst>
      <p:ext uri="{BB962C8B-B14F-4D97-AF65-F5344CB8AC3E}">
        <p14:creationId xmlns:p14="http://schemas.microsoft.com/office/powerpoint/2010/main" val="520665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2675A-6DE9-7261-1842-83B91A69F3D7}"/>
              </a:ext>
            </a:extLst>
          </p:cNvPr>
          <p:cNvSpPr>
            <a:spLocks noGrp="1"/>
          </p:cNvSpPr>
          <p:nvPr>
            <p:ph type="title"/>
          </p:nvPr>
        </p:nvSpPr>
        <p:spPr/>
        <p:txBody>
          <a:bodyPr/>
          <a:lstStyle/>
          <a:p>
            <a:r>
              <a:rPr lang="en-AU" b="1" dirty="0"/>
              <a:t>2. Width and Friction</a:t>
            </a:r>
            <a:endParaRPr lang="en-US" dirty="0"/>
          </a:p>
        </p:txBody>
      </p:sp>
      <p:sp>
        <p:nvSpPr>
          <p:cNvPr id="3" name="Content Placeholder 2">
            <a:extLst>
              <a:ext uri="{FF2B5EF4-FFF2-40B4-BE49-F238E27FC236}">
                <a16:creationId xmlns:a16="http://schemas.microsoft.com/office/drawing/2014/main" id="{9FDD5289-CDC4-8DFB-5926-38DE994AC252}"/>
              </a:ext>
            </a:extLst>
          </p:cNvPr>
          <p:cNvSpPr>
            <a:spLocks noGrp="1"/>
          </p:cNvSpPr>
          <p:nvPr>
            <p:ph idx="1"/>
          </p:nvPr>
        </p:nvSpPr>
        <p:spPr/>
        <p:txBody>
          <a:bodyPr>
            <a:normAutofit fontScale="92500" lnSpcReduction="10000"/>
          </a:bodyPr>
          <a:lstStyle/>
          <a:p>
            <a:r>
              <a:rPr lang="en-AU" i="1" dirty="0"/>
              <a:t>The Science:</a:t>
            </a:r>
            <a:r>
              <a:rPr lang="en-AU" dirty="0"/>
              <a:t> </a:t>
            </a:r>
            <a:r>
              <a:rPr lang="en-AU" b="1" dirty="0"/>
              <a:t>Friction</a:t>
            </a:r>
            <a:r>
              <a:rPr lang="en-AU" dirty="0"/>
              <a:t> is a force that opposes motion.</a:t>
            </a:r>
          </a:p>
          <a:p>
            <a:r>
              <a:rPr lang="en-AU" b="1" dirty="0"/>
              <a:t>Research Task:</a:t>
            </a:r>
            <a:r>
              <a:rPr lang="en-AU" dirty="0"/>
              <a:t> Find an image of a "Wide Dragster Tire" and a "Narrow Solar Car Tire."</a:t>
            </a:r>
          </a:p>
          <a:p>
            <a:r>
              <a:rPr lang="en-AU" b="1" dirty="0"/>
              <a:t>The Logic Test:</a:t>
            </a:r>
            <a:r>
              <a:rPr lang="en-AU" dirty="0"/>
              <a:t> </a:t>
            </a:r>
          </a:p>
          <a:p>
            <a:pPr lvl="1"/>
            <a:r>
              <a:rPr lang="en-AU" dirty="0"/>
              <a:t>Wide tires have a large "Contact Patch" (area touching the ground).</a:t>
            </a:r>
          </a:p>
          <a:p>
            <a:pPr lvl="1"/>
            <a:r>
              <a:rPr lang="en-AU" dirty="0"/>
              <a:t>Narrow tires have a small "Contact Patch."</a:t>
            </a:r>
          </a:p>
          <a:p>
            <a:pPr lvl="1"/>
            <a:r>
              <a:rPr lang="en-AU" i="1" dirty="0"/>
              <a:t>Hypothesis:</a:t>
            </a:r>
            <a:r>
              <a:rPr lang="en-AU" dirty="0"/>
              <a:t> More contact with the ground creates ( More / Less ) friction.</a:t>
            </a:r>
          </a:p>
          <a:p>
            <a:r>
              <a:rPr lang="en-AU" b="1" dirty="0"/>
              <a:t>Critical Thinking:</a:t>
            </a:r>
            <a:r>
              <a:rPr lang="en-AU" dirty="0"/>
              <a:t> Real dragsters use wide tires because they need grip to stop the wheels from spinning out. Your CO2 car is pushed by air, not by the wheels. Therefore: </a:t>
            </a:r>
          </a:p>
          <a:p>
            <a:pPr lvl="1"/>
            <a:r>
              <a:rPr lang="en-AU" dirty="0"/>
              <a:t>Do you need grip? ( Yes / No )</a:t>
            </a:r>
          </a:p>
          <a:p>
            <a:pPr lvl="1"/>
            <a:r>
              <a:rPr lang="en-AU" dirty="0"/>
              <a:t>Should you choose wide or narrow wheels? ( Wide / Narrow )</a:t>
            </a:r>
          </a:p>
          <a:p>
            <a:pPr marL="0" indent="0">
              <a:buNone/>
            </a:pPr>
            <a:endParaRPr lang="en-US" dirty="0"/>
          </a:p>
        </p:txBody>
      </p:sp>
    </p:spTree>
    <p:extLst>
      <p:ext uri="{BB962C8B-B14F-4D97-AF65-F5344CB8AC3E}">
        <p14:creationId xmlns:p14="http://schemas.microsoft.com/office/powerpoint/2010/main" val="4215529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DB3B3-D018-B705-FBF3-8D3BE4F5EA81}"/>
              </a:ext>
            </a:extLst>
          </p:cNvPr>
          <p:cNvSpPr>
            <a:spLocks noGrp="1"/>
          </p:cNvSpPr>
          <p:nvPr>
            <p:ph type="title"/>
          </p:nvPr>
        </p:nvSpPr>
        <p:spPr/>
        <p:txBody>
          <a:bodyPr/>
          <a:lstStyle/>
          <a:p>
            <a:r>
              <a:rPr lang="en-AU" b="1" dirty="0"/>
              <a:t>3. Aerodynamics (Turbulence)</a:t>
            </a:r>
            <a:endParaRPr lang="en-US" dirty="0"/>
          </a:p>
        </p:txBody>
      </p:sp>
      <p:sp>
        <p:nvSpPr>
          <p:cNvPr id="3" name="Content Placeholder 2">
            <a:extLst>
              <a:ext uri="{FF2B5EF4-FFF2-40B4-BE49-F238E27FC236}">
                <a16:creationId xmlns:a16="http://schemas.microsoft.com/office/drawing/2014/main" id="{3E214716-FD93-49A6-FD72-B18D04322742}"/>
              </a:ext>
            </a:extLst>
          </p:cNvPr>
          <p:cNvSpPr>
            <a:spLocks noGrp="1"/>
          </p:cNvSpPr>
          <p:nvPr>
            <p:ph idx="1"/>
          </p:nvPr>
        </p:nvSpPr>
        <p:spPr/>
        <p:txBody>
          <a:bodyPr>
            <a:normAutofit fontScale="92500" lnSpcReduction="10000"/>
          </a:bodyPr>
          <a:lstStyle/>
          <a:p>
            <a:r>
              <a:rPr lang="en-AU" i="1" dirty="0"/>
              <a:t>The Science:</a:t>
            </a:r>
            <a:r>
              <a:rPr lang="en-AU" dirty="0"/>
              <a:t> </a:t>
            </a:r>
            <a:r>
              <a:rPr lang="en-AU" b="1" dirty="0"/>
              <a:t>Drag</a:t>
            </a:r>
            <a:r>
              <a:rPr lang="en-AU" dirty="0"/>
              <a:t> is the air resisting your car. Objects that are "smooth" allow air to pass easily (Laminar Flow). Objects with holes or complex shapes churn the air (Turbulence).</a:t>
            </a:r>
          </a:p>
          <a:p>
            <a:r>
              <a:rPr lang="en-AU" b="1" dirty="0"/>
              <a:t>Research Task:</a:t>
            </a:r>
            <a:r>
              <a:rPr lang="en-AU" dirty="0"/>
              <a:t> Find an image of a "Spoked Bicycle Wheel" and a "Solid Disc Wheel."</a:t>
            </a:r>
          </a:p>
          <a:p>
            <a:r>
              <a:rPr lang="en-AU" b="1" dirty="0"/>
              <a:t>The Logic Test:</a:t>
            </a:r>
            <a:r>
              <a:rPr lang="en-AU" dirty="0"/>
              <a:t> </a:t>
            </a:r>
          </a:p>
          <a:p>
            <a:pPr lvl="1"/>
            <a:r>
              <a:rPr lang="en-AU" dirty="0"/>
              <a:t>Look at the spokes. As they spin, they act like a fan, hitting the air. This creates ( Drag / Thrust ).</a:t>
            </a:r>
          </a:p>
          <a:p>
            <a:pPr lvl="1"/>
            <a:r>
              <a:rPr lang="en-AU" dirty="0"/>
              <a:t>Look at the solid disc. The air flows over the flat surface.</a:t>
            </a:r>
          </a:p>
          <a:p>
            <a:r>
              <a:rPr lang="en-AU" b="1" dirty="0"/>
              <a:t>Design Decision:</a:t>
            </a:r>
            <a:r>
              <a:rPr lang="en-AU" dirty="0"/>
              <a:t> </a:t>
            </a:r>
            <a:r>
              <a:rPr lang="en-AU" i="1" dirty="0"/>
              <a:t>To reduce air resistance, the most aerodynamic wheel shape is the ( Spoked / Solid ) wheel.</a:t>
            </a:r>
            <a:endParaRPr lang="en-AU" dirty="0"/>
          </a:p>
          <a:p>
            <a:pPr marL="0" indent="0">
              <a:buNone/>
            </a:pPr>
            <a:endParaRPr lang="en-US" dirty="0"/>
          </a:p>
        </p:txBody>
      </p:sp>
    </p:spTree>
    <p:extLst>
      <p:ext uri="{BB962C8B-B14F-4D97-AF65-F5344CB8AC3E}">
        <p14:creationId xmlns:p14="http://schemas.microsoft.com/office/powerpoint/2010/main" val="3325860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0D20F-BB39-1830-75D1-C7469114BFE1}"/>
              </a:ext>
            </a:extLst>
          </p:cNvPr>
          <p:cNvSpPr>
            <a:spLocks noGrp="1"/>
          </p:cNvSpPr>
          <p:nvPr>
            <p:ph type="title"/>
          </p:nvPr>
        </p:nvSpPr>
        <p:spPr/>
        <p:txBody>
          <a:bodyPr/>
          <a:lstStyle/>
          <a:p>
            <a:r>
              <a:rPr lang="en-US" dirty="0"/>
              <a:t>Ideate</a:t>
            </a:r>
          </a:p>
        </p:txBody>
      </p:sp>
      <p:sp>
        <p:nvSpPr>
          <p:cNvPr id="3" name="Content Placeholder 2">
            <a:extLst>
              <a:ext uri="{FF2B5EF4-FFF2-40B4-BE49-F238E27FC236}">
                <a16:creationId xmlns:a16="http://schemas.microsoft.com/office/drawing/2014/main" id="{92443F3F-E7D1-F03D-60A7-67CE16A4F385}"/>
              </a:ext>
            </a:extLst>
          </p:cNvPr>
          <p:cNvSpPr>
            <a:spLocks noGrp="1"/>
          </p:cNvSpPr>
          <p:nvPr>
            <p:ph idx="1"/>
          </p:nvPr>
        </p:nvSpPr>
        <p:spPr/>
        <p:txBody>
          <a:bodyPr/>
          <a:lstStyle/>
          <a:p>
            <a:pPr marL="0" indent="0">
              <a:buNone/>
            </a:pPr>
            <a:r>
              <a:rPr lang="en-GB" dirty="0">
                <a:highlight>
                  <a:srgbClr val="00FF00"/>
                </a:highlight>
              </a:rPr>
              <a:t>As an individual</a:t>
            </a:r>
            <a:r>
              <a:rPr lang="en-GB" dirty="0"/>
              <a:t>, based on your research, design 3 possible wheels (</a:t>
            </a:r>
            <a:r>
              <a:rPr lang="en-GB" dirty="0" err="1"/>
              <a:t>eg.</a:t>
            </a:r>
            <a:r>
              <a:rPr lang="en-GB" dirty="0"/>
              <a:t> sketches on paper or </a:t>
            </a:r>
            <a:r>
              <a:rPr lang="en-GB" dirty="0" err="1"/>
              <a:t>ipad</a:t>
            </a:r>
            <a:r>
              <a:rPr lang="en-GB" dirty="0"/>
              <a:t>) and insert them below. Annotations recommended</a:t>
            </a:r>
          </a:p>
          <a:p>
            <a:pPr marL="0" indent="0">
              <a:buNone/>
            </a:pPr>
            <a:endParaRPr lang="en-US" dirty="0"/>
          </a:p>
        </p:txBody>
      </p:sp>
    </p:spTree>
    <p:extLst>
      <p:ext uri="{BB962C8B-B14F-4D97-AF65-F5344CB8AC3E}">
        <p14:creationId xmlns:p14="http://schemas.microsoft.com/office/powerpoint/2010/main" val="671947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18C6C-0E40-D99E-578D-3F8A9473C75E}"/>
              </a:ext>
            </a:extLst>
          </p:cNvPr>
          <p:cNvSpPr>
            <a:spLocks noGrp="1"/>
          </p:cNvSpPr>
          <p:nvPr>
            <p:ph type="title"/>
          </p:nvPr>
        </p:nvSpPr>
        <p:spPr>
          <a:xfrm>
            <a:off x="285043" y="-242147"/>
            <a:ext cx="10515600" cy="1325563"/>
          </a:xfrm>
        </p:spPr>
        <p:txBody>
          <a:bodyPr/>
          <a:lstStyle/>
          <a:p>
            <a:r>
              <a:rPr lang="en-US" dirty="0"/>
              <a:t>Choose</a:t>
            </a:r>
          </a:p>
        </p:txBody>
      </p:sp>
      <p:sp>
        <p:nvSpPr>
          <p:cNvPr id="3" name="Content Placeholder 2">
            <a:extLst>
              <a:ext uri="{FF2B5EF4-FFF2-40B4-BE49-F238E27FC236}">
                <a16:creationId xmlns:a16="http://schemas.microsoft.com/office/drawing/2014/main" id="{0F9738BB-FEC9-10D4-C264-75F8F01AC427}"/>
              </a:ext>
            </a:extLst>
          </p:cNvPr>
          <p:cNvSpPr>
            <a:spLocks noGrp="1"/>
          </p:cNvSpPr>
          <p:nvPr>
            <p:ph idx="1"/>
          </p:nvPr>
        </p:nvSpPr>
        <p:spPr>
          <a:xfrm>
            <a:off x="285043" y="948531"/>
            <a:ext cx="11621914" cy="4351338"/>
          </a:xfrm>
        </p:spPr>
        <p:txBody>
          <a:bodyPr>
            <a:normAutofit/>
          </a:bodyPr>
          <a:lstStyle/>
          <a:p>
            <a:pPr marL="0" indent="0">
              <a:buNone/>
            </a:pPr>
            <a:r>
              <a:rPr lang="en-US" sz="2000" dirty="0"/>
              <a:t>Insert pictures of the designs below in row 1.Complete the comparison table to choose the best wheel design. Each criteria scored out of 5</a:t>
            </a:r>
          </a:p>
        </p:txBody>
      </p:sp>
      <p:graphicFrame>
        <p:nvGraphicFramePr>
          <p:cNvPr id="4" name="Table 3">
            <a:extLst>
              <a:ext uri="{FF2B5EF4-FFF2-40B4-BE49-F238E27FC236}">
                <a16:creationId xmlns:a16="http://schemas.microsoft.com/office/drawing/2014/main" id="{AE583065-E34F-1D89-E19F-87B04A89D453}"/>
              </a:ext>
            </a:extLst>
          </p:cNvPr>
          <p:cNvGraphicFramePr>
            <a:graphicFrameLocks noGrp="1"/>
          </p:cNvGraphicFramePr>
          <p:nvPr>
            <p:extLst>
              <p:ext uri="{D42A27DB-BD31-4B8C-83A1-F6EECF244321}">
                <p14:modId xmlns:p14="http://schemas.microsoft.com/office/powerpoint/2010/main" val="1924406421"/>
              </p:ext>
            </p:extLst>
          </p:nvPr>
        </p:nvGraphicFramePr>
        <p:xfrm>
          <a:off x="285042" y="1803399"/>
          <a:ext cx="10919252" cy="4687148"/>
        </p:xfrm>
        <a:graphic>
          <a:graphicData uri="http://schemas.openxmlformats.org/drawingml/2006/table">
            <a:tbl>
              <a:tblPr firstRow="1" bandRow="1">
                <a:tableStyleId>{5C22544A-7EE6-4342-B048-85BDC9FD1C3A}</a:tableStyleId>
              </a:tblPr>
              <a:tblGrid>
                <a:gridCol w="3464307">
                  <a:extLst>
                    <a:ext uri="{9D8B030D-6E8A-4147-A177-3AD203B41FA5}">
                      <a16:colId xmlns:a16="http://schemas.microsoft.com/office/drawing/2014/main" val="2070158188"/>
                    </a:ext>
                  </a:extLst>
                </a:gridCol>
                <a:gridCol w="2688084">
                  <a:extLst>
                    <a:ext uri="{9D8B030D-6E8A-4147-A177-3AD203B41FA5}">
                      <a16:colId xmlns:a16="http://schemas.microsoft.com/office/drawing/2014/main" val="280798955"/>
                    </a:ext>
                  </a:extLst>
                </a:gridCol>
                <a:gridCol w="2196146">
                  <a:extLst>
                    <a:ext uri="{9D8B030D-6E8A-4147-A177-3AD203B41FA5}">
                      <a16:colId xmlns:a16="http://schemas.microsoft.com/office/drawing/2014/main" val="3717650550"/>
                    </a:ext>
                  </a:extLst>
                </a:gridCol>
                <a:gridCol w="2570715">
                  <a:extLst>
                    <a:ext uri="{9D8B030D-6E8A-4147-A177-3AD203B41FA5}">
                      <a16:colId xmlns:a16="http://schemas.microsoft.com/office/drawing/2014/main" val="1341607855"/>
                    </a:ext>
                  </a:extLst>
                </a:gridCol>
              </a:tblGrid>
              <a:tr h="1652774">
                <a:tc>
                  <a:txBody>
                    <a:bodyPr/>
                    <a:lstStyle/>
                    <a:p>
                      <a:r>
                        <a:rPr lang="en-US" dirty="0"/>
                        <a:t>Criteria</a:t>
                      </a:r>
                    </a:p>
                  </a:txBody>
                  <a:tcPr/>
                </a:tc>
                <a:tc>
                  <a:txBody>
                    <a:bodyPr/>
                    <a:lstStyle/>
                    <a:p>
                      <a:r>
                        <a:rPr lang="en-US" dirty="0"/>
                        <a:t>Design 1</a:t>
                      </a:r>
                    </a:p>
                    <a:p>
                      <a:endParaRPr lang="en-US" dirty="0"/>
                    </a:p>
                    <a:p>
                      <a:r>
                        <a:rPr lang="en-US" dirty="0"/>
                        <a:t>(insert pic here)</a:t>
                      </a:r>
                    </a:p>
                  </a:txBody>
                  <a:tcPr/>
                </a:tc>
                <a:tc>
                  <a:txBody>
                    <a:bodyPr/>
                    <a:lstStyle/>
                    <a:p>
                      <a:r>
                        <a:rPr lang="en-US" dirty="0"/>
                        <a:t>Design 2</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(insert pic here)</a:t>
                      </a:r>
                    </a:p>
                    <a:p>
                      <a:endParaRPr lang="en-US" dirty="0"/>
                    </a:p>
                  </a:txBody>
                  <a:tcPr/>
                </a:tc>
                <a:tc>
                  <a:txBody>
                    <a:bodyPr/>
                    <a:lstStyle/>
                    <a:p>
                      <a:r>
                        <a:rPr lang="en-US" dirty="0"/>
                        <a:t>Design 3</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(insert pic here)</a:t>
                      </a:r>
                    </a:p>
                    <a:p>
                      <a:endParaRPr lang="en-US" dirty="0"/>
                    </a:p>
                  </a:txBody>
                  <a:tcPr/>
                </a:tc>
                <a:extLst>
                  <a:ext uri="{0D108BD9-81ED-4DB2-BD59-A6C34878D82A}">
                    <a16:rowId xmlns:a16="http://schemas.microsoft.com/office/drawing/2014/main" val="775658388"/>
                  </a:ext>
                </a:extLst>
              </a:tr>
              <a:tr h="433482">
                <a:tc>
                  <a:txBody>
                    <a:bodyPr/>
                    <a:lstStyle/>
                    <a:p>
                      <a:r>
                        <a:rPr lang="en-AU" dirty="0"/>
                        <a:t>Aerodynamics</a:t>
                      </a:r>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80074715"/>
                  </a:ext>
                </a:extLst>
              </a:tr>
              <a:tr h="433482">
                <a:tc>
                  <a:txBody>
                    <a:bodyPr/>
                    <a:lstStyle/>
                    <a:p>
                      <a:r>
                        <a:rPr lang="en-AU" dirty="0"/>
                        <a:t>Weight</a:t>
                      </a:r>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78363432"/>
                  </a:ext>
                </a:extLst>
              </a:tr>
              <a:tr h="433482">
                <a:tc>
                  <a:txBody>
                    <a:bodyPr/>
                    <a:lstStyle/>
                    <a:p>
                      <a:r>
                        <a:rPr lang="en-AU" dirty="0"/>
                        <a:t>Strength &amp; Durability</a:t>
                      </a:r>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383758460"/>
                  </a:ext>
                </a:extLst>
              </a:tr>
              <a:tr h="433482">
                <a:tc>
                  <a:txBody>
                    <a:bodyPr/>
                    <a:lstStyle/>
                    <a:p>
                      <a:r>
                        <a:rPr lang="en-AU" dirty="0"/>
                        <a:t>Ease of CAD modelling</a:t>
                      </a:r>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512048994"/>
                  </a:ext>
                </a:extLst>
              </a:tr>
              <a:tr h="433482">
                <a:tc>
                  <a:txBody>
                    <a:bodyPr/>
                    <a:lstStyle/>
                    <a:p>
                      <a:r>
                        <a:rPr lang="en-AU" dirty="0"/>
                        <a:t>Aesthetics</a:t>
                      </a:r>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414018748"/>
                  </a:ext>
                </a:extLst>
              </a:tr>
              <a:tr h="433482">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50092500"/>
                  </a:ext>
                </a:extLst>
              </a:tr>
              <a:tr h="433482">
                <a:tc>
                  <a:txBody>
                    <a:bodyPr/>
                    <a:lstStyle/>
                    <a:p>
                      <a:r>
                        <a:rPr lang="en-US" dirty="0"/>
                        <a:t>Total</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00722118"/>
                  </a:ext>
                </a:extLst>
              </a:tr>
            </a:tbl>
          </a:graphicData>
        </a:graphic>
      </p:graphicFrame>
    </p:spTree>
    <p:extLst>
      <p:ext uri="{BB962C8B-B14F-4D97-AF65-F5344CB8AC3E}">
        <p14:creationId xmlns:p14="http://schemas.microsoft.com/office/powerpoint/2010/main" val="1570318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2B849-7F14-BBDE-3761-B049E3786621}"/>
              </a:ext>
            </a:extLst>
          </p:cNvPr>
          <p:cNvSpPr>
            <a:spLocks noGrp="1"/>
          </p:cNvSpPr>
          <p:nvPr>
            <p:ph type="title"/>
          </p:nvPr>
        </p:nvSpPr>
        <p:spPr/>
        <p:txBody>
          <a:bodyPr/>
          <a:lstStyle/>
          <a:p>
            <a:r>
              <a:rPr lang="en-US" dirty="0"/>
              <a:t>Step 5</a:t>
            </a:r>
          </a:p>
        </p:txBody>
      </p:sp>
      <p:sp>
        <p:nvSpPr>
          <p:cNvPr id="3" name="Content Placeholder 2">
            <a:extLst>
              <a:ext uri="{FF2B5EF4-FFF2-40B4-BE49-F238E27FC236}">
                <a16:creationId xmlns:a16="http://schemas.microsoft.com/office/drawing/2014/main" id="{8D894735-2F69-BE9B-6901-0FD08B98EE06}"/>
              </a:ext>
            </a:extLst>
          </p:cNvPr>
          <p:cNvSpPr>
            <a:spLocks noGrp="1"/>
          </p:cNvSpPr>
          <p:nvPr>
            <p:ph idx="1"/>
          </p:nvPr>
        </p:nvSpPr>
        <p:spPr/>
        <p:txBody>
          <a:bodyPr/>
          <a:lstStyle/>
          <a:p>
            <a:pPr marL="0" indent="0" fontAlgn="ctr">
              <a:buNone/>
            </a:pPr>
            <a:r>
              <a:rPr lang="en-GB" dirty="0"/>
              <a:t>Once you're happy with a design, </a:t>
            </a:r>
            <a:r>
              <a:rPr lang="en-GB" dirty="0">
                <a:highlight>
                  <a:srgbClr val="00FF00"/>
                </a:highlight>
              </a:rPr>
              <a:t>as an individual </a:t>
            </a:r>
            <a:r>
              <a:rPr lang="en-GB" dirty="0"/>
              <a:t>follow these video tutorials to make your wheel in </a:t>
            </a:r>
            <a:r>
              <a:rPr lang="en-GB" dirty="0" err="1"/>
              <a:t>Onshape</a:t>
            </a:r>
            <a:r>
              <a:rPr lang="en-GB" dirty="0"/>
              <a:t>:</a:t>
            </a:r>
          </a:p>
          <a:p>
            <a:r>
              <a:rPr lang="en-US" dirty="0">
                <a:hlinkClick r:id="rId2"/>
              </a:rPr>
              <a:t>wheel video 1</a:t>
            </a:r>
            <a:endParaRPr lang="en-US" dirty="0"/>
          </a:p>
          <a:p>
            <a:r>
              <a:rPr lang="en-US" dirty="0">
                <a:hlinkClick r:id="rId3"/>
              </a:rPr>
              <a:t>Wheel video 2</a:t>
            </a:r>
            <a:endParaRPr lang="en-US" dirty="0"/>
          </a:p>
          <a:p>
            <a:pPr marL="0" indent="0">
              <a:buNone/>
            </a:pPr>
            <a:endParaRPr lang="en-US" dirty="0"/>
          </a:p>
        </p:txBody>
      </p:sp>
    </p:spTree>
    <p:extLst>
      <p:ext uri="{BB962C8B-B14F-4D97-AF65-F5344CB8AC3E}">
        <p14:creationId xmlns:p14="http://schemas.microsoft.com/office/powerpoint/2010/main" val="1076534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8C609-23E9-0B0B-5337-AA219109E8D2}"/>
              </a:ext>
            </a:extLst>
          </p:cNvPr>
          <p:cNvSpPr>
            <a:spLocks noGrp="1"/>
          </p:cNvSpPr>
          <p:nvPr>
            <p:ph type="title"/>
          </p:nvPr>
        </p:nvSpPr>
        <p:spPr/>
        <p:txBody>
          <a:bodyPr/>
          <a:lstStyle/>
          <a:p>
            <a:r>
              <a:rPr lang="en-US" dirty="0"/>
              <a:t>Step 6</a:t>
            </a:r>
          </a:p>
        </p:txBody>
      </p:sp>
      <p:sp>
        <p:nvSpPr>
          <p:cNvPr id="3" name="Content Placeholder 2">
            <a:extLst>
              <a:ext uri="{FF2B5EF4-FFF2-40B4-BE49-F238E27FC236}">
                <a16:creationId xmlns:a16="http://schemas.microsoft.com/office/drawing/2014/main" id="{47833C5E-88F9-5D02-5865-328942E3104A}"/>
              </a:ext>
            </a:extLst>
          </p:cNvPr>
          <p:cNvSpPr>
            <a:spLocks noGrp="1"/>
          </p:cNvSpPr>
          <p:nvPr>
            <p:ph idx="1"/>
          </p:nvPr>
        </p:nvSpPr>
        <p:spPr/>
        <p:txBody>
          <a:bodyPr/>
          <a:lstStyle/>
          <a:p>
            <a:pPr marL="0" indent="0">
              <a:buNone/>
            </a:pPr>
            <a:r>
              <a:rPr lang="en-GB" dirty="0"/>
              <a:t>Take a screenshot of your wheel and add this to the PPT</a:t>
            </a:r>
          </a:p>
          <a:p>
            <a:pPr marL="0" indent="0">
              <a:buNone/>
            </a:pPr>
            <a:endParaRPr lang="en-US" dirty="0"/>
          </a:p>
        </p:txBody>
      </p:sp>
    </p:spTree>
    <p:extLst>
      <p:ext uri="{BB962C8B-B14F-4D97-AF65-F5344CB8AC3E}">
        <p14:creationId xmlns:p14="http://schemas.microsoft.com/office/powerpoint/2010/main" val="4288108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FDD5E-8FE0-8C59-83C5-F1EBBCB0ABEB}"/>
              </a:ext>
            </a:extLst>
          </p:cNvPr>
          <p:cNvSpPr>
            <a:spLocks noGrp="1"/>
          </p:cNvSpPr>
          <p:nvPr>
            <p:ph type="title"/>
          </p:nvPr>
        </p:nvSpPr>
        <p:spPr/>
        <p:txBody>
          <a:bodyPr/>
          <a:lstStyle/>
          <a:p>
            <a:r>
              <a:rPr lang="en-US" dirty="0"/>
              <a:t>Step 7</a:t>
            </a:r>
          </a:p>
        </p:txBody>
      </p:sp>
      <p:sp>
        <p:nvSpPr>
          <p:cNvPr id="3" name="Content Placeholder 2">
            <a:extLst>
              <a:ext uri="{FF2B5EF4-FFF2-40B4-BE49-F238E27FC236}">
                <a16:creationId xmlns:a16="http://schemas.microsoft.com/office/drawing/2014/main" id="{ACD2B267-2464-845F-79AB-D3B603232BF1}"/>
              </a:ext>
            </a:extLst>
          </p:cNvPr>
          <p:cNvSpPr>
            <a:spLocks noGrp="1"/>
          </p:cNvSpPr>
          <p:nvPr>
            <p:ph idx="1"/>
          </p:nvPr>
        </p:nvSpPr>
        <p:spPr>
          <a:xfrm>
            <a:off x="623711" y="1532114"/>
            <a:ext cx="10515600" cy="4351338"/>
          </a:xfrm>
        </p:spPr>
        <p:txBody>
          <a:bodyPr/>
          <a:lstStyle/>
          <a:p>
            <a:pPr marL="0" indent="0">
              <a:buNone/>
            </a:pPr>
            <a:r>
              <a:rPr lang="en-GB" dirty="0">
                <a:highlight>
                  <a:srgbClr val="00FF00"/>
                </a:highlight>
              </a:rPr>
              <a:t>As an individual</a:t>
            </a:r>
            <a:r>
              <a:rPr lang="en-GB" dirty="0"/>
              <a:t>, write a justification of your design. This is a one paragraph summary of the reasons why you designed your wheel(s) this way. All members will choose the same wheel design from the previous slide, but each person’s justification will be different.</a:t>
            </a:r>
          </a:p>
          <a:p>
            <a:pPr marL="0" indent="0">
              <a:buNone/>
            </a:pPr>
            <a:endParaRPr lang="en-US" dirty="0"/>
          </a:p>
        </p:txBody>
      </p:sp>
    </p:spTree>
    <p:extLst>
      <p:ext uri="{BB962C8B-B14F-4D97-AF65-F5344CB8AC3E}">
        <p14:creationId xmlns:p14="http://schemas.microsoft.com/office/powerpoint/2010/main" val="17185514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918</TotalTime>
  <Words>617</Words>
  <Application>Microsoft Macintosh PowerPoint</Application>
  <PresentationFormat>Widescreen</PresentationFormat>
  <Paragraphs>58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Wheel Design</vt:lpstr>
      <vt:lpstr>1. Mass (Weight) and Newton’s Laws</vt:lpstr>
      <vt:lpstr>2. Width and Friction</vt:lpstr>
      <vt:lpstr>3. Aerodynamics (Turbulence)</vt:lpstr>
      <vt:lpstr>Ideate</vt:lpstr>
      <vt:lpstr>Choose</vt:lpstr>
      <vt:lpstr>Step 5</vt:lpstr>
      <vt:lpstr>Step 6</vt:lpstr>
      <vt:lpstr>Step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 Burton</dc:creator>
  <cp:lastModifiedBy>Matt Burton</cp:lastModifiedBy>
  <cp:revision>4</cp:revision>
  <dcterms:created xsi:type="dcterms:W3CDTF">2025-09-09T08:03:16Z</dcterms:created>
  <dcterms:modified xsi:type="dcterms:W3CDTF">2026-02-11T23:43:33Z</dcterms:modified>
</cp:coreProperties>
</file>